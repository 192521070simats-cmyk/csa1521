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16/j.comnet.2015.08.040" TargetMode="External"/><Relationship Id="rId5" Type="http://schemas.openxmlformats.org/officeDocument/2006/relationships/hyperlink" Target="https://doi.org/10.1145/1402958.1402967" TargetMode="External"/><Relationship Id="rId4" Type="http://schemas.openxmlformats.org/officeDocument/2006/relationships/hyperlink" Target="https://doi.org/10.1145/1721654.172167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13" y="311864"/>
            <a:ext cx="11049000" cy="590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6085" y="853698"/>
            <a:ext cx="8451056" cy="2410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4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CO1-AT3-Technical Presentation</a:t>
            </a:r>
          </a:p>
          <a:p>
            <a:pPr algn="ctr">
              <a:lnSpc>
                <a:spcPts val="4680"/>
              </a:lnSpc>
            </a:pPr>
            <a:endParaRPr lang="en-US" sz="40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680"/>
              </a:lnSpc>
            </a:pPr>
            <a:r>
              <a:rPr sz="4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Data Centers in Cloud Computing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05FF9-5870-4E4C-95CB-7B9F83B7F1C5}"/>
              </a:ext>
            </a:extLst>
          </p:cNvPr>
          <p:cNvSpPr txBox="1"/>
          <p:nvPr/>
        </p:nvSpPr>
        <p:spPr>
          <a:xfrm>
            <a:off x="231130" y="4451477"/>
            <a:ext cx="3272050" cy="1803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Arshad 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192521126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335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3937" y="461189"/>
            <a:ext cx="1112639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Hardware Virtualization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66737"/>
            <a:ext cx="338137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038350"/>
            <a:ext cx="49911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 Abstraction: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Decouples physical x86/ARM servers into isolated Virtual Machines (VMs) and containers.</a:t>
            </a:r>
            <a:endParaRPr lang="en-US" sz="2000" b="0" i="0" u="none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025"/>
              </a:lnSpc>
            </a:pPr>
            <a:endParaRPr sz="2000" b="0" i="0" u="none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4875" y="3053537"/>
            <a:ext cx="49911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25"/>
              </a:lnSpc>
            </a:pPr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 Framework: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thousands of tenants to safely share CPU, RAM, and </a:t>
            </a:r>
            <a:r>
              <a:rPr sz="20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NVMe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drives with strict logical security borders.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637" y="4172694"/>
            <a:ext cx="49911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Resource Pooling: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Aggregates physical compute clusters into unified, elastic capacity pools for instantaneous provisioning.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637" y="5562650"/>
            <a:ext cx="49911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25"/>
              </a:lnSpc>
            </a:pPr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Orchestration: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Middleware (e.g., Kubernetes, OpenStack) manages real-time workload scheduling and automated failover.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843087"/>
            <a:ext cx="5314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53904"/>
            <a:ext cx="592145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 Network Topology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8" y="828675"/>
            <a:ext cx="423862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29904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Spine-Leaf Architecture: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Modern cloud data centers replace traditional tree topologies with two-tier Spine-Leaf fabrics, ensuring predictable non-blocking East-West traffic and ultra-low latency between microservices.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98515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(SDN):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Programmatically decouples network control planes from data planes, enabling dynamic VXLAN overlays, automated firewalling, and intelligent load balancing across server racks.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867126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Disaggregation: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 distributed SAN/NAS systems connect via high-bandwidth optical channels, supplying scalable block, object, and file storage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2567"/>
            <a:ext cx="3524250" cy="2924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71725"/>
            <a:ext cx="3524250" cy="2924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71725"/>
            <a:ext cx="3524250" cy="2924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3937" y="491966"/>
            <a:ext cx="1112639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Centers Support Cloud Services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66737"/>
            <a:ext cx="33813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9" y="1775839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1314" y="2534472"/>
            <a:ext cx="213026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314" y="3130046"/>
            <a:ext cx="2933700" cy="161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 access to bare-metal servers, virtual storage volumes, and network adapters, giving users full control over operating systems and software stacks.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0842" y="1800225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9150" y="2574634"/>
            <a:ext cx="196024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 Enablement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3051074"/>
            <a:ext cx="2933700" cy="184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host pre-configured application runtimes, managed relational databases, and serverless compute instances, freeing developers from managing physical hardware.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1800225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91525" y="2574634"/>
            <a:ext cx="15401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518" y="3130046"/>
            <a:ext cx="2933700" cy="161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Powering end-user web applications (e.g., email, productivity suites) with automated horizontal scaling, geo-replication, and zero-downtime maintenance updates.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1917859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8674" y="1917859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700" y="1945455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3530500" cy="2124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771775"/>
            <a:ext cx="3530649" cy="2124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0" y="2771775"/>
            <a:ext cx="3530500" cy="2124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8225" y="1348263"/>
            <a:ext cx="1112639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Cloud Backbone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25" y="1385342"/>
            <a:ext cx="338137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076575"/>
            <a:ext cx="3126953" cy="307777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76625"/>
            <a:ext cx="2978050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enforce N+1 or 2N hardware redundancy for UPS power, cooling, and network links, fulfilling strict 99.999% Service Level Agreements (SLAs).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825" y="3076575"/>
            <a:ext cx="3127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3476625"/>
            <a:ext cx="2978199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resource pooling enables workloads to scale seamlessly from single container instances to thousands of compute nodes within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075" y="3076575"/>
            <a:ext cx="3126953" cy="307777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Geo-Distribution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075" y="3476625"/>
            <a:ext cx="2978050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 positioned global availability zones minimize round-trip latency (RTT) and ensure strict adherence to local data sovereignty laws.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124200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075" y="31242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5837" y="530438"/>
            <a:ext cx="1116639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66737"/>
            <a:ext cx="300037" cy="342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262" y="3069431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7985" y="3069431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47854" y="3069431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03716" y="3069431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262" y="4026693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87985" y="4026693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47854" y="4026693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3716" y="4026693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262" y="4983956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87985" y="4983956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47854" y="4983956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03716" y="4983956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D6C1A3-CA4C-45A6-AB28-8A075009E866}"/>
              </a:ext>
            </a:extLst>
          </p:cNvPr>
          <p:cNvSpPr txBox="1"/>
          <p:nvPr/>
        </p:nvSpPr>
        <p:spPr>
          <a:xfrm>
            <a:off x="985837" y="1086813"/>
            <a:ext cx="10490397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Armbrust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Fox, A., Griffith, R., Joseph, A. D., Katz, R.,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Konwinski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Lee, G., Patterson, D.,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Rabkin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Zaharia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(2010). A view of cloud computing. Communications of the ACM, 53(4), 50–58.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https://doi.org/10.1145/1721654.1721672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Barroso, L.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Clidaras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Hölzle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 (2013).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Computer: An Introduction to the Design of Warehouse-Scale Machines (2nd ed.). Morgan &amp; Claypool Publishers.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Al-Fares,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Loukissas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Vahdat, A. (2008). A scalable, commodity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architecture. Proceedings of the ACM SIGCOMM Conference, 63–74.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https://doi.org/10.1145/1402958.1402967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B., Qi, Z., Ma, R., Guan, H.,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Vasilakos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V. (2015). A survey on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 for cloud computing. Computer Networks, 91, 528–547.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https://doi.org/10.1016/j.comnet.2015.08.040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Yeo, C. S., Venugopal,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Broberg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(2009). Cloud computing and emerging IT platforms: Vision, hype, and reality for delivering computing as the 5th utility. Future Generation Computer Systems, 25(6), 599–616.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626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User</cp:lastModifiedBy>
  <cp:revision>5</cp:revision>
  <dcterms:created xsi:type="dcterms:W3CDTF">2013-01-27T09:14:00Z</dcterms:created>
  <dcterms:modified xsi:type="dcterms:W3CDTF">2026-07-23T13:01:11Z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9D4DD79DEB0148839483639329FF875C_13</vt:lpwstr>
  </property>
  <property fmtid="{D5CDD505-2E9C-101B-9397-08002B2CF9AE}" pid="3" name="KSOProductBuildVer">
    <vt:lpwstr>1033-12.1.0.27458</vt:lpwstr>
  </property>
</Properties>
</file>